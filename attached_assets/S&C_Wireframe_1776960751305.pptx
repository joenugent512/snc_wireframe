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62" r:id="rId7"/>
    <p:sldId id="258" r:id="rId8"/>
    <p:sldId id="265" r:id="rId9"/>
    <p:sldId id="263" r:id="rId10"/>
    <p:sldId id="264" r:id="rId11"/>
    <p:sldId id="259" r:id="rId12"/>
    <p:sldId id="260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345D1-9E9C-4DD4-91BF-0BE5C7DA0343}" v="1" dt="2026-04-14T15:27:06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2D7E2-605A-496E-904C-45E656F6F2A6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6EC1-33ED-49B3-A006-D448D4C91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2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6EC1-33ED-49B3-A006-D448D4C911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13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F8BB8-569F-793C-6050-715A2C6FB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CC839-F758-5DB2-1E22-7087C054B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3DA47-E391-FCA3-9B36-7C1E5D9D7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04D84-5FCF-E6A2-BA7A-BD2DF3D39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6EC1-33ED-49B3-A006-D448D4C911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75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9B65-6BF3-108C-FB51-76BDF7C6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AC0D3-00BC-DE93-B408-38C773836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3790F-D7B1-9C12-F6EF-55217C318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D7728-F7C3-483B-11B5-04C01B9E2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6EC1-33ED-49B3-A006-D448D4C911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26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597E-31F1-C75B-F0E1-A7BC561EF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6B71B-1681-87E5-82FD-7A7F98C66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51EAC-5132-6D91-19EF-2339C818A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33B51-9059-115F-684D-17F2401F1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6EC1-33ED-49B3-A006-D448D4C911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36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4912-F123-67B1-0294-67196EDB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9B6C5-39F7-B88A-450E-995530D88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915C3-1874-8D67-588C-EADB667C9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36881-EE27-0E09-2A6F-B40BCF7DA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6EC1-33ED-49B3-A006-D448D4C911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02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2FF4D-A8E0-B0E3-91EC-F8A5FE7D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8F790-DB2A-35F9-3C5E-6B37179BB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2BB85-3C1D-35E2-7E2B-D412BDBB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115-0880-A6A5-507A-06B391963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6EC1-33ED-49B3-A006-D448D4C911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77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CBF2E-06D5-CDBB-87CA-92C138E2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CDA35-ACFD-6E87-2A75-D50E33EA3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CF6BC-E719-0451-0D52-330499697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760A7-20B4-E0C9-C951-9F4E0C9F8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6EC1-33ED-49B3-A006-D448D4C911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72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17EC-9914-53FC-2BF4-002CFF367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D1E55-76B3-693C-EB59-75C3C1898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7911B-EDC6-C784-623B-37DD8579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C92F9-35DC-AF16-4ED7-417142428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A80F7-7FB6-1205-0A07-D5EC3B55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1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42DE-6E41-91B6-662E-A7995012A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F93F4-63E5-25D5-5BB9-79E9800DB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AC3E7-9804-BEF2-6836-57EEF92F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5DC07-E3E1-BF44-95E4-48938AA6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1C549-301B-46B0-21C3-EECE29CF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82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DA35-834F-BBC3-8EA9-620FC9DC9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82711-BCAF-9C9A-2285-90C6A8BE6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5D19B-0F1B-5DE4-9A09-6184990F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9A04E-CF95-2131-A00C-0A5F07FC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76AC-8D7D-C6FB-A8FB-6639F6AB8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3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291C-49FA-489E-3FE6-36B7CC62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A434-8418-EA1E-9787-9212F824A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9F0D1-60BE-EE7D-2E50-2118C5C1F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3C0AD-9A24-A178-8BE3-9D542910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798EA-1C5A-FEB0-031C-E46238EDF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A23B-8896-A420-58D0-3A1A3EC5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9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F036-DAC8-3BDC-846C-06CF62F17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F5F41-B97F-113A-D77F-07DB89A82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8A099-2F88-7C79-BE95-89D534630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BD569-612F-EEC1-B3E4-772CBC392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0F7AA-F13E-FA50-FC26-C42D82F44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2EA9F5-825D-6492-3380-1D8D8A02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072620-FFA8-AAE5-1C55-A819AC32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AB523D-2C41-22A5-EBD8-C139A4F6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7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49AEF-5326-BD29-345C-272A53B71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2D5FB3-41CE-9785-A450-613B772E3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597BE-E86C-33CB-DE11-B3239319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57D44-5A24-B893-7CF3-E20EF8982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8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FEB18-5AF1-9F62-47F8-EE3FC6480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A840F6-75BA-C314-91F2-D23CBF52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ACCC6-BFB1-FB90-A21D-5A7DE0EE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C888-1046-4ACB-7AB2-E3ED43CBE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FCCD-3F65-F6C0-9EE2-FD4BB644D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9BDB5-50F5-30BF-7CC7-8E05E14B6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47F4D-12EB-BE68-314F-3CE02AF3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5346D-10DC-0276-EF44-AF0D5E091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E02A2-D4FE-3F2A-52E1-B30FC60E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81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D7B8-7E45-21C6-C2A5-C63273507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F7E676-75F0-56B4-3A12-2229EF8EC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6E627-D962-B71F-0E19-7894C7881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C46DB-DD9E-23A5-12AF-7FEA928F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34F4F-D688-E4BA-806A-FEF15114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E098E-AE5C-A2D7-9F32-4245564C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9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A71C-ECEF-B6EA-AE54-2D7B5034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E42EC-E95E-A773-B7F0-BEF439217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F9195-C643-45ED-81E2-3DF6058B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5BB11-AA67-B854-DBE6-466843DF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8EFD5-9C91-9616-0B7D-9483B872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7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6C25B-59D9-1409-17C9-A380612FB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52F8E-2A8E-C2C7-DF59-D19E2A705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A23EC-F274-C5E8-1001-49509A4F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DBDBF-2280-FD9F-7F38-DC871AB2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2DA88-D323-95E0-E662-3895A461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1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A03B53-9C70-6EE7-E923-A90B0D51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04A3A-AE09-7DF8-7CE8-48FDB9D2A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03717-6B3C-5F02-3E9C-41CC36C5E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EE855-3946-4C07-A1F5-4B3E5C412A7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6AB5A-C7E1-5279-FA44-0374D50F8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B552A-ADDE-D6E2-ED63-A8A1BE5D5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10AE2-689B-4390-BC8B-B12BE471A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5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0A46-9EA3-B809-C79D-6062E87B39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93066E-2ADF-E6EC-A4D3-996207B489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5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503409-644F-CB7B-5848-502E23319627}"/>
              </a:ext>
            </a:extLst>
          </p:cNvPr>
          <p:cNvSpPr/>
          <p:nvPr/>
        </p:nvSpPr>
        <p:spPr>
          <a:xfrm>
            <a:off x="7905750" y="0"/>
            <a:ext cx="10477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41F37-3B85-8038-F788-8E7CD4A85EA4}"/>
              </a:ext>
            </a:extLst>
          </p:cNvPr>
          <p:cNvSpPr/>
          <p:nvPr/>
        </p:nvSpPr>
        <p:spPr>
          <a:xfrm>
            <a:off x="0" y="3005135"/>
            <a:ext cx="1314450" cy="1147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up new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088DBD-6B90-035A-54FF-AFBD596D629C}"/>
              </a:ext>
            </a:extLst>
          </p:cNvPr>
          <p:cNvSpPr/>
          <p:nvPr/>
        </p:nvSpPr>
        <p:spPr>
          <a:xfrm>
            <a:off x="0" y="1"/>
            <a:ext cx="79057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79B061-B071-5B23-5ED2-B3C171C9BA32}"/>
              </a:ext>
            </a:extLst>
          </p:cNvPr>
          <p:cNvSpPr/>
          <p:nvPr/>
        </p:nvSpPr>
        <p:spPr>
          <a:xfrm>
            <a:off x="0" y="6296027"/>
            <a:ext cx="7905750" cy="561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2AF23-520D-5CB7-5D40-FD7E4D471E1F}"/>
              </a:ext>
            </a:extLst>
          </p:cNvPr>
          <p:cNvSpPr/>
          <p:nvPr/>
        </p:nvSpPr>
        <p:spPr>
          <a:xfrm>
            <a:off x="0" y="4650581"/>
            <a:ext cx="1314450" cy="1147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Funding</a:t>
            </a:r>
          </a:p>
          <a:p>
            <a:pPr algn="ctr"/>
            <a:r>
              <a:rPr lang="en-US" dirty="0"/>
              <a:t>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BE5A98-4DC3-6239-FA62-FB6DB7D4E849}"/>
              </a:ext>
            </a:extLst>
          </p:cNvPr>
          <p:cNvSpPr/>
          <p:nvPr/>
        </p:nvSpPr>
        <p:spPr>
          <a:xfrm>
            <a:off x="0" y="1364452"/>
            <a:ext cx="1314450" cy="1147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Plan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10C451-8F93-69C5-CDAB-DA29C7726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1" y="1462085"/>
            <a:ext cx="6044401" cy="42243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295003-1F05-133A-0113-B9EDF490528C}"/>
              </a:ext>
            </a:extLst>
          </p:cNvPr>
          <p:cNvSpPr txBox="1"/>
          <p:nvPr/>
        </p:nvSpPr>
        <p:spPr>
          <a:xfrm>
            <a:off x="8439150" y="628650"/>
            <a:ext cx="33147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Home Page: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Main:</a:t>
            </a:r>
            <a:r>
              <a:rPr lang="en-US" dirty="0"/>
              <a:t> Left side has bookmarks to 3 main app functions</a:t>
            </a:r>
          </a:p>
          <a:p>
            <a:endParaRPr lang="en-US" dirty="0"/>
          </a:p>
          <a:p>
            <a:r>
              <a:rPr lang="en-US" b="1" dirty="0"/>
              <a:t>Header: </a:t>
            </a:r>
            <a:r>
              <a:rPr lang="en-US" dirty="0"/>
              <a:t>displays user data</a:t>
            </a:r>
          </a:p>
          <a:p>
            <a:endParaRPr lang="en-US" dirty="0"/>
          </a:p>
          <a:p>
            <a:r>
              <a:rPr lang="en-US" b="1" dirty="0"/>
              <a:t>Footer: </a:t>
            </a:r>
            <a:r>
              <a:rPr lang="en-US" dirty="0"/>
              <a:t>displays navigation controls</a:t>
            </a:r>
          </a:p>
        </p:txBody>
      </p:sp>
    </p:spTree>
    <p:extLst>
      <p:ext uri="{BB962C8B-B14F-4D97-AF65-F5344CB8AC3E}">
        <p14:creationId xmlns:p14="http://schemas.microsoft.com/office/powerpoint/2010/main" val="3842953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8BBFE-BE9A-9A75-3DED-770188BB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F3131E-ABA4-96FE-BDEC-E21854032B84}"/>
              </a:ext>
            </a:extLst>
          </p:cNvPr>
          <p:cNvSpPr/>
          <p:nvPr/>
        </p:nvSpPr>
        <p:spPr>
          <a:xfrm>
            <a:off x="7905750" y="0"/>
            <a:ext cx="10477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8E263B-BB5D-BFB2-9B98-5A8D08E2F868}"/>
              </a:ext>
            </a:extLst>
          </p:cNvPr>
          <p:cNvSpPr/>
          <p:nvPr/>
        </p:nvSpPr>
        <p:spPr>
          <a:xfrm>
            <a:off x="0" y="3005135"/>
            <a:ext cx="1314450" cy="1147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up new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9E43A4-3A35-363A-5577-1B0B7AD904AA}"/>
              </a:ext>
            </a:extLst>
          </p:cNvPr>
          <p:cNvSpPr/>
          <p:nvPr/>
        </p:nvSpPr>
        <p:spPr>
          <a:xfrm>
            <a:off x="0" y="1"/>
            <a:ext cx="79057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058304-570A-4B4F-B293-7AED9F88E8AB}"/>
              </a:ext>
            </a:extLst>
          </p:cNvPr>
          <p:cNvSpPr/>
          <p:nvPr/>
        </p:nvSpPr>
        <p:spPr>
          <a:xfrm>
            <a:off x="0" y="6296027"/>
            <a:ext cx="7905750" cy="561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D80794-EE10-CD52-4A7D-FD46E34422A1}"/>
              </a:ext>
            </a:extLst>
          </p:cNvPr>
          <p:cNvSpPr/>
          <p:nvPr/>
        </p:nvSpPr>
        <p:spPr>
          <a:xfrm>
            <a:off x="0" y="4650581"/>
            <a:ext cx="1314450" cy="1147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Funding</a:t>
            </a:r>
          </a:p>
          <a:p>
            <a:pPr algn="ctr"/>
            <a:r>
              <a:rPr lang="en-US" dirty="0"/>
              <a:t>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DA0386-9A93-CFAF-7C46-01CC7B3C258C}"/>
              </a:ext>
            </a:extLst>
          </p:cNvPr>
          <p:cNvSpPr/>
          <p:nvPr/>
        </p:nvSpPr>
        <p:spPr>
          <a:xfrm>
            <a:off x="0" y="1364452"/>
            <a:ext cx="1314450" cy="1147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Plan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3207A6-D916-B161-3BD8-0D5F9A6CA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1" y="1462085"/>
            <a:ext cx="6044401" cy="42243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7F477B-65CB-AEA6-D659-4E22A8973E69}"/>
              </a:ext>
            </a:extLst>
          </p:cNvPr>
          <p:cNvSpPr txBox="1"/>
          <p:nvPr/>
        </p:nvSpPr>
        <p:spPr>
          <a:xfrm>
            <a:off x="8439150" y="628650"/>
            <a:ext cx="33147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Home Page: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Main:</a:t>
            </a:r>
            <a:r>
              <a:rPr lang="en-US" dirty="0"/>
              <a:t> Left side has bookmarks to 3 main app functions</a:t>
            </a:r>
          </a:p>
          <a:p>
            <a:endParaRPr lang="en-US" dirty="0"/>
          </a:p>
          <a:p>
            <a:r>
              <a:rPr lang="en-US" b="1" dirty="0"/>
              <a:t>Header: </a:t>
            </a:r>
            <a:r>
              <a:rPr lang="en-US" dirty="0"/>
              <a:t>displays user data</a:t>
            </a:r>
          </a:p>
          <a:p>
            <a:endParaRPr lang="en-US" dirty="0"/>
          </a:p>
          <a:p>
            <a:r>
              <a:rPr lang="en-US" b="1" dirty="0"/>
              <a:t>Footer: </a:t>
            </a:r>
            <a:r>
              <a:rPr lang="en-US" dirty="0"/>
              <a:t>displays navigation controls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7A8ED-E3FB-5C51-BEA8-F3E43CB491E5}"/>
              </a:ext>
            </a:extLst>
          </p:cNvPr>
          <p:cNvSpPr/>
          <p:nvPr/>
        </p:nvSpPr>
        <p:spPr>
          <a:xfrm>
            <a:off x="-20574" y="1347429"/>
            <a:ext cx="1314450" cy="114776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Pointer Cursor Turn On Button Mouse Stock Vector (Royalty Free) 2120085845  | Shutterstock">
            <a:extLst>
              <a:ext uri="{FF2B5EF4-FFF2-40B4-BE49-F238E27FC236}">
                <a16:creationId xmlns:a16="http://schemas.microsoft.com/office/drawing/2014/main" id="{39CD9729-A8E9-473D-CF82-3A160BA03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777" b="70991" l="29667" r="69839">
                        <a14:foregroundMark x1="40407" y1="55560" x2="40385" y2="55714"/>
                        <a14:foregroundMark x1="43077" y1="37143" x2="40808" y2="52795"/>
                        <a14:foregroundMark x1="49477" y1="57473" x2="49615" y2="57500"/>
                        <a14:foregroundMark x1="40385" y1="55714" x2="40858" y2="55805"/>
                        <a14:foregroundMark x1="46154" y1="36071" x2="53846" y2="51786"/>
                        <a14:foregroundMark x1="41154" y1="57143" x2="43846" y2="56071"/>
                        <a14:foregroundMark x1="49231" y1="55714" x2="50385" y2="58571"/>
                        <a14:backgroundMark x1="45769" y1="55714" x2="45769" y2="55714"/>
                        <a14:backgroundMark x1="45769" y1="55714" x2="46684" y2="56563"/>
                        <a14:backgroundMark x1="46154" y1="55714" x2="45186" y2="570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46" t="15625" r="25139" b="22857"/>
          <a:stretch>
            <a:fillRect/>
          </a:stretch>
        </p:blipFill>
        <p:spPr bwMode="auto">
          <a:xfrm>
            <a:off x="993267" y="2144910"/>
            <a:ext cx="621792" cy="82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28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9B647-0DAB-02A2-22EE-A88FACD5A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2B0691-F48C-130B-C3A2-1B0889601636}"/>
              </a:ext>
            </a:extLst>
          </p:cNvPr>
          <p:cNvSpPr/>
          <p:nvPr/>
        </p:nvSpPr>
        <p:spPr>
          <a:xfrm>
            <a:off x="7905750" y="0"/>
            <a:ext cx="10477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61503A-7630-F26B-EA29-49742C190B96}"/>
              </a:ext>
            </a:extLst>
          </p:cNvPr>
          <p:cNvSpPr/>
          <p:nvPr/>
        </p:nvSpPr>
        <p:spPr>
          <a:xfrm>
            <a:off x="0" y="1"/>
            <a:ext cx="79057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20105A-ED9B-73E9-61F5-DEE2857ACAFC}"/>
              </a:ext>
            </a:extLst>
          </p:cNvPr>
          <p:cNvSpPr/>
          <p:nvPr/>
        </p:nvSpPr>
        <p:spPr>
          <a:xfrm>
            <a:off x="0" y="6296027"/>
            <a:ext cx="7905750" cy="561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0C1388-67FD-6E87-0BEB-965BE96AD657}"/>
              </a:ext>
            </a:extLst>
          </p:cNvPr>
          <p:cNvSpPr/>
          <p:nvPr/>
        </p:nvSpPr>
        <p:spPr>
          <a:xfrm>
            <a:off x="0" y="1"/>
            <a:ext cx="20383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🏠 / Project List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0F5CA6-9DF7-8CB8-6C4A-A56FF69AC841}"/>
              </a:ext>
            </a:extLst>
          </p:cNvPr>
          <p:cNvSpPr txBox="1"/>
          <p:nvPr/>
        </p:nvSpPr>
        <p:spPr>
          <a:xfrm>
            <a:off x="8439150" y="628650"/>
            <a:ext cx="33147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List page: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Left side has a list of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on a project loads a summary overview of that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background that project data begins to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project’s data is loaded the user can click on an “Edit Project” button and proceed to a new page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Header and Footer:</a:t>
            </a:r>
            <a:r>
              <a:rPr lang="en-US" dirty="0"/>
              <a:t> contain controls to navigate the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A2E4BA-FF35-4EC3-CBD7-90D8EB66D2D1}"/>
              </a:ext>
            </a:extLst>
          </p:cNvPr>
          <p:cNvSpPr/>
          <p:nvPr/>
        </p:nvSpPr>
        <p:spPr>
          <a:xfrm>
            <a:off x="95250" y="6391275"/>
            <a:ext cx="571500" cy="3714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8EA6E2-A206-52E9-E1DE-5681D2012A9E}"/>
              </a:ext>
            </a:extLst>
          </p:cNvPr>
          <p:cNvSpPr/>
          <p:nvPr/>
        </p:nvSpPr>
        <p:spPr>
          <a:xfrm>
            <a:off x="290513" y="847725"/>
            <a:ext cx="2914650" cy="5238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preadsheet - Free edit tools icons">
            <a:extLst>
              <a:ext uri="{FF2B5EF4-FFF2-40B4-BE49-F238E27FC236}">
                <a16:creationId xmlns:a16="http://schemas.microsoft.com/office/drawing/2014/main" id="{3D6221A6-E386-3D5E-2443-D8D49B2A38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3" r="7563"/>
          <a:stretch>
            <a:fillRect/>
          </a:stretch>
        </p:blipFill>
        <p:spPr bwMode="auto">
          <a:xfrm>
            <a:off x="438150" y="1804987"/>
            <a:ext cx="2663048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684A14-889F-0470-BF47-49D7B96946B7}"/>
              </a:ext>
            </a:extLst>
          </p:cNvPr>
          <p:cNvSpPr/>
          <p:nvPr/>
        </p:nvSpPr>
        <p:spPr>
          <a:xfrm>
            <a:off x="290513" y="1009650"/>
            <a:ext cx="29146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S&amp;C# / Name / Description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927107-4EB7-550F-FCB9-914CBE00720F}"/>
              </a:ext>
            </a:extLst>
          </p:cNvPr>
          <p:cNvSpPr/>
          <p:nvPr/>
        </p:nvSpPr>
        <p:spPr>
          <a:xfrm>
            <a:off x="2978943" y="6342498"/>
            <a:ext cx="2185989" cy="43569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Project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173FEC-BB60-6070-4CAC-B580FEFD9EA6}"/>
              </a:ext>
            </a:extLst>
          </p:cNvPr>
          <p:cNvSpPr/>
          <p:nvPr/>
        </p:nvSpPr>
        <p:spPr>
          <a:xfrm>
            <a:off x="3419856" y="847725"/>
            <a:ext cx="4306824" cy="5238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a Project to View Summary</a:t>
            </a:r>
          </a:p>
        </p:txBody>
      </p:sp>
    </p:spTree>
    <p:extLst>
      <p:ext uri="{BB962C8B-B14F-4D97-AF65-F5344CB8AC3E}">
        <p14:creationId xmlns:p14="http://schemas.microsoft.com/office/powerpoint/2010/main" val="688373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DB323-6369-6435-29C3-282263E5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91E06A-34F5-60F6-BC13-C3F1D5C88B77}"/>
              </a:ext>
            </a:extLst>
          </p:cNvPr>
          <p:cNvSpPr/>
          <p:nvPr/>
        </p:nvSpPr>
        <p:spPr>
          <a:xfrm>
            <a:off x="7905750" y="0"/>
            <a:ext cx="10477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FEB02B-8D1D-D40C-A8BE-0CD8A41B4701}"/>
              </a:ext>
            </a:extLst>
          </p:cNvPr>
          <p:cNvSpPr/>
          <p:nvPr/>
        </p:nvSpPr>
        <p:spPr>
          <a:xfrm>
            <a:off x="0" y="1"/>
            <a:ext cx="79057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FCC8A-0B7F-AE0B-1743-7162018EF426}"/>
              </a:ext>
            </a:extLst>
          </p:cNvPr>
          <p:cNvSpPr/>
          <p:nvPr/>
        </p:nvSpPr>
        <p:spPr>
          <a:xfrm>
            <a:off x="0" y="6296027"/>
            <a:ext cx="7905750" cy="561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46CAA2-A889-C180-847E-CB546E6984A5}"/>
              </a:ext>
            </a:extLst>
          </p:cNvPr>
          <p:cNvSpPr/>
          <p:nvPr/>
        </p:nvSpPr>
        <p:spPr>
          <a:xfrm>
            <a:off x="0" y="1"/>
            <a:ext cx="20383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🏠 / Project List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4A991-DFB2-30A6-8778-CD8ACF242B8E}"/>
              </a:ext>
            </a:extLst>
          </p:cNvPr>
          <p:cNvSpPr txBox="1"/>
          <p:nvPr/>
        </p:nvSpPr>
        <p:spPr>
          <a:xfrm>
            <a:off x="8439150" y="628650"/>
            <a:ext cx="33147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List page: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Left side has a list of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on a project loads a summary overview of that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background that project data begins to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project’s data is loaded the user can click on an “Edit Project” button and proceed to a new page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Header and Footer:</a:t>
            </a:r>
            <a:r>
              <a:rPr lang="en-US" dirty="0"/>
              <a:t> contain controls to navigate the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04E29-5D1F-6AA7-6395-90EF1D8B0E7D}"/>
              </a:ext>
            </a:extLst>
          </p:cNvPr>
          <p:cNvSpPr/>
          <p:nvPr/>
        </p:nvSpPr>
        <p:spPr>
          <a:xfrm>
            <a:off x="95250" y="6391275"/>
            <a:ext cx="571500" cy="3714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1C281D-5CF1-BE8E-1BD0-1469918D1B4F}"/>
              </a:ext>
            </a:extLst>
          </p:cNvPr>
          <p:cNvSpPr/>
          <p:nvPr/>
        </p:nvSpPr>
        <p:spPr>
          <a:xfrm>
            <a:off x="290513" y="847725"/>
            <a:ext cx="2914650" cy="5238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preadsheet - Free edit tools icons">
            <a:extLst>
              <a:ext uri="{FF2B5EF4-FFF2-40B4-BE49-F238E27FC236}">
                <a16:creationId xmlns:a16="http://schemas.microsoft.com/office/drawing/2014/main" id="{9D637B2D-579C-72DB-B396-857290C8F3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3" r="7563"/>
          <a:stretch>
            <a:fillRect/>
          </a:stretch>
        </p:blipFill>
        <p:spPr bwMode="auto">
          <a:xfrm>
            <a:off x="438150" y="1804987"/>
            <a:ext cx="2663048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142C5E-6F88-715B-132B-51B29670D7AB}"/>
              </a:ext>
            </a:extLst>
          </p:cNvPr>
          <p:cNvSpPr/>
          <p:nvPr/>
        </p:nvSpPr>
        <p:spPr>
          <a:xfrm>
            <a:off x="290513" y="1009650"/>
            <a:ext cx="29146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S&amp;C# / Name / Description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504204-9FCB-0C63-0DFC-40AC5336D37D}"/>
              </a:ext>
            </a:extLst>
          </p:cNvPr>
          <p:cNvSpPr/>
          <p:nvPr/>
        </p:nvSpPr>
        <p:spPr>
          <a:xfrm>
            <a:off x="2978943" y="6342498"/>
            <a:ext cx="2185989" cy="43569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Project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4A1C2D-86B4-5B32-718F-051C1DD4BE19}"/>
              </a:ext>
            </a:extLst>
          </p:cNvPr>
          <p:cNvSpPr/>
          <p:nvPr/>
        </p:nvSpPr>
        <p:spPr>
          <a:xfrm>
            <a:off x="3419856" y="847725"/>
            <a:ext cx="4306824" cy="5238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a Project to View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4AAC02-1182-1EAD-6ABD-5ECC7752049B}"/>
              </a:ext>
            </a:extLst>
          </p:cNvPr>
          <p:cNvSpPr/>
          <p:nvPr/>
        </p:nvSpPr>
        <p:spPr>
          <a:xfrm>
            <a:off x="438149" y="2706624"/>
            <a:ext cx="2663047" cy="722376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 descr="Pointer Cursor Turn On Button Mouse Stock Vector (Royalty Free) 2120085845  | Shutterstock">
            <a:extLst>
              <a:ext uri="{FF2B5EF4-FFF2-40B4-BE49-F238E27FC236}">
                <a16:creationId xmlns:a16="http://schemas.microsoft.com/office/drawing/2014/main" id="{B47F465B-4EEB-B855-25E3-E093E7B9C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1777" b="70991" l="29667" r="69839">
                        <a14:foregroundMark x1="40407" y1="55560" x2="40385" y2="55714"/>
                        <a14:foregroundMark x1="43077" y1="37143" x2="40808" y2="52795"/>
                        <a14:foregroundMark x1="49477" y1="57473" x2="49615" y2="57500"/>
                        <a14:foregroundMark x1="40385" y1="55714" x2="40858" y2="55805"/>
                        <a14:foregroundMark x1="46154" y1="36071" x2="53846" y2="51786"/>
                        <a14:foregroundMark x1="41154" y1="57143" x2="43846" y2="56071"/>
                        <a14:foregroundMark x1="49231" y1="55714" x2="50385" y2="58571"/>
                        <a14:backgroundMark x1="45769" y1="55714" x2="45769" y2="55714"/>
                        <a14:backgroundMark x1="45769" y1="55714" x2="46684" y2="56563"/>
                        <a14:backgroundMark x1="46154" y1="55714" x2="45186" y2="570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46" t="15625" r="25139" b="22857"/>
          <a:stretch>
            <a:fillRect/>
          </a:stretch>
        </p:blipFill>
        <p:spPr bwMode="auto">
          <a:xfrm>
            <a:off x="2983228" y="3289910"/>
            <a:ext cx="436054" cy="51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78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3467-784F-2E3C-57DA-B20E6472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4ED553-2637-BF57-2F8E-01098D4EC10F}"/>
              </a:ext>
            </a:extLst>
          </p:cNvPr>
          <p:cNvSpPr/>
          <p:nvPr/>
        </p:nvSpPr>
        <p:spPr>
          <a:xfrm>
            <a:off x="7905750" y="0"/>
            <a:ext cx="10477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C3DC2-E11E-C000-D890-E7721145F7DA}"/>
              </a:ext>
            </a:extLst>
          </p:cNvPr>
          <p:cNvSpPr/>
          <p:nvPr/>
        </p:nvSpPr>
        <p:spPr>
          <a:xfrm>
            <a:off x="0" y="1"/>
            <a:ext cx="79057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9769B3-327E-C67A-4DE6-8D26E53949FA}"/>
              </a:ext>
            </a:extLst>
          </p:cNvPr>
          <p:cNvSpPr/>
          <p:nvPr/>
        </p:nvSpPr>
        <p:spPr>
          <a:xfrm>
            <a:off x="0" y="6296027"/>
            <a:ext cx="7905750" cy="561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E32AE4-CA8B-7DD4-41FF-ED5ADFE5FF6C}"/>
              </a:ext>
            </a:extLst>
          </p:cNvPr>
          <p:cNvSpPr/>
          <p:nvPr/>
        </p:nvSpPr>
        <p:spPr>
          <a:xfrm>
            <a:off x="0" y="1"/>
            <a:ext cx="20383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🏠 / Project List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E9A24A-1213-3647-8643-CF4290B28FD9}"/>
              </a:ext>
            </a:extLst>
          </p:cNvPr>
          <p:cNvSpPr txBox="1"/>
          <p:nvPr/>
        </p:nvSpPr>
        <p:spPr>
          <a:xfrm>
            <a:off x="8439150" y="628650"/>
            <a:ext cx="33147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List page: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Left side has a list of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on a project loads a summary overview of that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background that project data begins to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project’s data is loaded the user can click on an “Edit Project” button and proceed to a new page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Header and Footer:</a:t>
            </a:r>
            <a:r>
              <a:rPr lang="en-US" dirty="0"/>
              <a:t> contain controls to navigate the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3F2450-DC12-27A8-3142-F404F96C3CFA}"/>
              </a:ext>
            </a:extLst>
          </p:cNvPr>
          <p:cNvSpPr/>
          <p:nvPr/>
        </p:nvSpPr>
        <p:spPr>
          <a:xfrm>
            <a:off x="95250" y="6391275"/>
            <a:ext cx="571500" cy="3714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60A7A5-D570-ABCD-A5BB-F251F7536F77}"/>
              </a:ext>
            </a:extLst>
          </p:cNvPr>
          <p:cNvSpPr/>
          <p:nvPr/>
        </p:nvSpPr>
        <p:spPr>
          <a:xfrm>
            <a:off x="3419475" y="847725"/>
            <a:ext cx="4191000" cy="5238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1AEB1D-5A86-5C57-194A-3745E820C2EC}"/>
              </a:ext>
            </a:extLst>
          </p:cNvPr>
          <p:cNvSpPr/>
          <p:nvPr/>
        </p:nvSpPr>
        <p:spPr>
          <a:xfrm>
            <a:off x="290513" y="847725"/>
            <a:ext cx="2914650" cy="5238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preadsheet - Free edit tools icons">
            <a:extLst>
              <a:ext uri="{FF2B5EF4-FFF2-40B4-BE49-F238E27FC236}">
                <a16:creationId xmlns:a16="http://schemas.microsoft.com/office/drawing/2014/main" id="{B222A239-688D-5B24-5B43-DCCE1D443E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3" r="7563"/>
          <a:stretch>
            <a:fillRect/>
          </a:stretch>
        </p:blipFill>
        <p:spPr bwMode="auto">
          <a:xfrm>
            <a:off x="438150" y="1804987"/>
            <a:ext cx="2663048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50D45A0-EB50-D780-3E24-869F16FF788D}"/>
              </a:ext>
            </a:extLst>
          </p:cNvPr>
          <p:cNvSpPr/>
          <p:nvPr/>
        </p:nvSpPr>
        <p:spPr>
          <a:xfrm>
            <a:off x="290513" y="1009650"/>
            <a:ext cx="29146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S&amp;C# / Name / Description</a:t>
            </a:r>
          </a:p>
        </p:txBody>
      </p:sp>
      <p:pic>
        <p:nvPicPr>
          <p:cNvPr id="1028" name="Picture 4" descr="Pie Chart Icon SVG Vector &amp; PNG Free Download | UXWing">
            <a:extLst>
              <a:ext uri="{FF2B5EF4-FFF2-40B4-BE49-F238E27FC236}">
                <a16:creationId xmlns:a16="http://schemas.microsoft.com/office/drawing/2014/main" id="{A2FDFA1F-36E6-4EDA-5754-1235C292A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36" b="98655" l="5310" r="95133">
                        <a14:foregroundMark x1="21239" y1="34978" x2="36726" y2="78027"/>
                        <a14:foregroundMark x1="36726" y1="78027" x2="25221" y2="49776"/>
                        <a14:foregroundMark x1="5752" y1="45740" x2="5752" y2="45740"/>
                        <a14:foregroundMark x1="50000" y1="93274" x2="50000" y2="93274"/>
                        <a14:foregroundMark x1="42478" y1="98655" x2="42478" y2="98655"/>
                        <a14:foregroundMark x1="76549" y1="69507" x2="76549" y2="69507"/>
                        <a14:foregroundMark x1="51770" y1="31839" x2="51770" y2="31839"/>
                        <a14:foregroundMark x1="92035" y1="31390" x2="92035" y2="31390"/>
                        <a14:foregroundMark x1="95575" y1="43946" x2="95575" y2="43946"/>
                        <a14:foregroundMark x1="53982" y1="4036" x2="53982" y2="40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2633662"/>
            <a:ext cx="1993375" cy="196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F0E439B-3AA9-4A8A-26A2-3A04D7B20185}"/>
              </a:ext>
            </a:extLst>
          </p:cNvPr>
          <p:cNvSpPr/>
          <p:nvPr/>
        </p:nvSpPr>
        <p:spPr>
          <a:xfrm>
            <a:off x="3419474" y="1009649"/>
            <a:ext cx="4190999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0108B9-B4EF-A173-D7FF-D50859CE8E33}"/>
              </a:ext>
            </a:extLst>
          </p:cNvPr>
          <p:cNvSpPr/>
          <p:nvPr/>
        </p:nvSpPr>
        <p:spPr>
          <a:xfrm>
            <a:off x="3419474" y="5024590"/>
            <a:ext cx="4190999" cy="435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Info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E5D426-77C0-4143-4B13-20AD5103B305}"/>
              </a:ext>
            </a:extLst>
          </p:cNvPr>
          <p:cNvSpPr/>
          <p:nvPr/>
        </p:nvSpPr>
        <p:spPr>
          <a:xfrm>
            <a:off x="3505199" y="5553079"/>
            <a:ext cx="1133478" cy="435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05248-001D-281C-29EA-0885A6B38E85}"/>
              </a:ext>
            </a:extLst>
          </p:cNvPr>
          <p:cNvSpPr/>
          <p:nvPr/>
        </p:nvSpPr>
        <p:spPr>
          <a:xfrm>
            <a:off x="4798215" y="5555532"/>
            <a:ext cx="1352552" cy="435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138B95-348F-B3D0-C7DB-2BD12D0BAB91}"/>
              </a:ext>
            </a:extLst>
          </p:cNvPr>
          <p:cNvSpPr/>
          <p:nvPr/>
        </p:nvSpPr>
        <p:spPr>
          <a:xfrm>
            <a:off x="6285306" y="5555532"/>
            <a:ext cx="1190629" cy="435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2E394D-9AF5-8A30-0A89-FF2A994619EE}"/>
              </a:ext>
            </a:extLst>
          </p:cNvPr>
          <p:cNvSpPr/>
          <p:nvPr/>
        </p:nvSpPr>
        <p:spPr>
          <a:xfrm>
            <a:off x="2978943" y="6342498"/>
            <a:ext cx="2185989" cy="43569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Project</a:t>
            </a:r>
          </a:p>
        </p:txBody>
      </p:sp>
      <p:pic>
        <p:nvPicPr>
          <p:cNvPr id="21" name="Picture 2" descr="Spreadsheet - Free edit tools icons">
            <a:extLst>
              <a:ext uri="{FF2B5EF4-FFF2-40B4-BE49-F238E27FC236}">
                <a16:creationId xmlns:a16="http://schemas.microsoft.com/office/drawing/2014/main" id="{53BC6085-E881-A157-CFBC-429A0F4CF2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3" r="7563"/>
          <a:stretch>
            <a:fillRect/>
          </a:stretch>
        </p:blipFill>
        <p:spPr bwMode="auto">
          <a:xfrm>
            <a:off x="3554870" y="1895476"/>
            <a:ext cx="1840490" cy="287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597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B2239-FBBF-5C4F-D40F-202DA387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196C40-9AA6-53CF-9114-D84BC81F3EDA}"/>
              </a:ext>
            </a:extLst>
          </p:cNvPr>
          <p:cNvSpPr/>
          <p:nvPr/>
        </p:nvSpPr>
        <p:spPr>
          <a:xfrm>
            <a:off x="7905750" y="0"/>
            <a:ext cx="10477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B5ACE-14D0-0A37-7FC2-43F906C78033}"/>
              </a:ext>
            </a:extLst>
          </p:cNvPr>
          <p:cNvSpPr/>
          <p:nvPr/>
        </p:nvSpPr>
        <p:spPr>
          <a:xfrm>
            <a:off x="0" y="1"/>
            <a:ext cx="79057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AEF191-0292-D6BA-3715-BC30B232D11D}"/>
              </a:ext>
            </a:extLst>
          </p:cNvPr>
          <p:cNvSpPr/>
          <p:nvPr/>
        </p:nvSpPr>
        <p:spPr>
          <a:xfrm>
            <a:off x="0" y="6296027"/>
            <a:ext cx="7905750" cy="561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900EA-01AC-7600-9B38-63BB9FBB8FDD}"/>
              </a:ext>
            </a:extLst>
          </p:cNvPr>
          <p:cNvSpPr/>
          <p:nvPr/>
        </p:nvSpPr>
        <p:spPr>
          <a:xfrm>
            <a:off x="0" y="1"/>
            <a:ext cx="20383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🏠 / Project List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2078E1-1D10-1A5D-F66C-B94DC504694D}"/>
              </a:ext>
            </a:extLst>
          </p:cNvPr>
          <p:cNvSpPr txBox="1"/>
          <p:nvPr/>
        </p:nvSpPr>
        <p:spPr>
          <a:xfrm>
            <a:off x="8439150" y="628650"/>
            <a:ext cx="33147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List page: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Left side has a list of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on a project loads a summary overview of that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background that project data begins to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project’s data is loaded the user can click on an “Edit Project” button and proceed to a new page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Header and Footer:</a:t>
            </a:r>
            <a:r>
              <a:rPr lang="en-US" dirty="0"/>
              <a:t> contain controls to navigate the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961EDA-CA70-7048-3146-1F44A96DCB3A}"/>
              </a:ext>
            </a:extLst>
          </p:cNvPr>
          <p:cNvSpPr/>
          <p:nvPr/>
        </p:nvSpPr>
        <p:spPr>
          <a:xfrm>
            <a:off x="95250" y="6391275"/>
            <a:ext cx="571500" cy="3714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96E772-8B36-2881-D048-38D0B3678BFE}"/>
              </a:ext>
            </a:extLst>
          </p:cNvPr>
          <p:cNvSpPr/>
          <p:nvPr/>
        </p:nvSpPr>
        <p:spPr>
          <a:xfrm>
            <a:off x="3419475" y="847725"/>
            <a:ext cx="4191000" cy="5238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B27E61-4D0F-1E1F-8EF5-3C965814086C}"/>
              </a:ext>
            </a:extLst>
          </p:cNvPr>
          <p:cNvSpPr/>
          <p:nvPr/>
        </p:nvSpPr>
        <p:spPr>
          <a:xfrm>
            <a:off x="290513" y="847725"/>
            <a:ext cx="2914650" cy="5238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preadsheet - Free edit tools icons">
            <a:extLst>
              <a:ext uri="{FF2B5EF4-FFF2-40B4-BE49-F238E27FC236}">
                <a16:creationId xmlns:a16="http://schemas.microsoft.com/office/drawing/2014/main" id="{F1970A26-54D9-BB5F-8766-C508F63380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3" r="7563"/>
          <a:stretch>
            <a:fillRect/>
          </a:stretch>
        </p:blipFill>
        <p:spPr bwMode="auto">
          <a:xfrm>
            <a:off x="438150" y="1804987"/>
            <a:ext cx="2663048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D544623-DB21-27D7-12E7-2245F68EC7F1}"/>
              </a:ext>
            </a:extLst>
          </p:cNvPr>
          <p:cNvSpPr/>
          <p:nvPr/>
        </p:nvSpPr>
        <p:spPr>
          <a:xfrm>
            <a:off x="290513" y="1009650"/>
            <a:ext cx="29146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S&amp;C# / Name / Description</a:t>
            </a:r>
          </a:p>
        </p:txBody>
      </p:sp>
      <p:pic>
        <p:nvPicPr>
          <p:cNvPr id="1028" name="Picture 4" descr="Pie Chart Icon SVG Vector &amp; PNG Free Download | UXWing">
            <a:extLst>
              <a:ext uri="{FF2B5EF4-FFF2-40B4-BE49-F238E27FC236}">
                <a16:creationId xmlns:a16="http://schemas.microsoft.com/office/drawing/2014/main" id="{D7511AE2-7F18-87B3-9F8C-262071EDE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36" b="98655" l="5310" r="95133">
                        <a14:foregroundMark x1="21239" y1="34978" x2="36726" y2="78027"/>
                        <a14:foregroundMark x1="36726" y1="78027" x2="25221" y2="49776"/>
                        <a14:foregroundMark x1="5752" y1="45740" x2="5752" y2="45740"/>
                        <a14:foregroundMark x1="50000" y1="93274" x2="50000" y2="93274"/>
                        <a14:foregroundMark x1="42478" y1="98655" x2="42478" y2="98655"/>
                        <a14:foregroundMark x1="76549" y1="69507" x2="76549" y2="69507"/>
                        <a14:foregroundMark x1="51770" y1="31839" x2="51770" y2="31839"/>
                        <a14:foregroundMark x1="92035" y1="31390" x2="92035" y2="31390"/>
                        <a14:foregroundMark x1="95575" y1="43946" x2="95575" y2="43946"/>
                        <a14:foregroundMark x1="53982" y1="4036" x2="53982" y2="40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2633662"/>
            <a:ext cx="1993375" cy="196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3410316-4664-89F0-8A36-C3A82E538A7A}"/>
              </a:ext>
            </a:extLst>
          </p:cNvPr>
          <p:cNvSpPr/>
          <p:nvPr/>
        </p:nvSpPr>
        <p:spPr>
          <a:xfrm>
            <a:off x="3419474" y="1009649"/>
            <a:ext cx="4190999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9ACB83-5AC8-B83A-37AC-34F3A5995AC4}"/>
              </a:ext>
            </a:extLst>
          </p:cNvPr>
          <p:cNvSpPr/>
          <p:nvPr/>
        </p:nvSpPr>
        <p:spPr>
          <a:xfrm>
            <a:off x="3419474" y="5024590"/>
            <a:ext cx="4190999" cy="435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Info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EDE57-7855-4550-BB11-B7C7C4985EB3}"/>
              </a:ext>
            </a:extLst>
          </p:cNvPr>
          <p:cNvSpPr/>
          <p:nvPr/>
        </p:nvSpPr>
        <p:spPr>
          <a:xfrm>
            <a:off x="3505199" y="5553079"/>
            <a:ext cx="1133478" cy="435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D85B6E-8BF9-2313-39FA-1D5E12165DCB}"/>
              </a:ext>
            </a:extLst>
          </p:cNvPr>
          <p:cNvSpPr/>
          <p:nvPr/>
        </p:nvSpPr>
        <p:spPr>
          <a:xfrm>
            <a:off x="4798215" y="5555532"/>
            <a:ext cx="1352552" cy="435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A9101E-0962-FD61-B790-8834833F3634}"/>
              </a:ext>
            </a:extLst>
          </p:cNvPr>
          <p:cNvSpPr/>
          <p:nvPr/>
        </p:nvSpPr>
        <p:spPr>
          <a:xfrm>
            <a:off x="6285306" y="5555532"/>
            <a:ext cx="1190629" cy="435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0F632D-AE7D-65BE-D6FC-946AE85F6BB3}"/>
              </a:ext>
            </a:extLst>
          </p:cNvPr>
          <p:cNvSpPr/>
          <p:nvPr/>
        </p:nvSpPr>
        <p:spPr>
          <a:xfrm>
            <a:off x="2978943" y="6342498"/>
            <a:ext cx="2185989" cy="43569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Project</a:t>
            </a:r>
          </a:p>
        </p:txBody>
      </p:sp>
      <p:pic>
        <p:nvPicPr>
          <p:cNvPr id="21" name="Picture 2" descr="Spreadsheet - Free edit tools icons">
            <a:extLst>
              <a:ext uri="{FF2B5EF4-FFF2-40B4-BE49-F238E27FC236}">
                <a16:creationId xmlns:a16="http://schemas.microsoft.com/office/drawing/2014/main" id="{506EE04C-1578-EA66-1FAF-0C326F06E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3" r="7563"/>
          <a:stretch>
            <a:fillRect/>
          </a:stretch>
        </p:blipFill>
        <p:spPr bwMode="auto">
          <a:xfrm>
            <a:off x="3554870" y="1895476"/>
            <a:ext cx="1840490" cy="287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0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A6BA0-4FE1-C3CF-B910-716E2FB9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048A63-5D11-604C-7578-88B0F6EB47EF}"/>
              </a:ext>
            </a:extLst>
          </p:cNvPr>
          <p:cNvSpPr/>
          <p:nvPr/>
        </p:nvSpPr>
        <p:spPr>
          <a:xfrm>
            <a:off x="7905750" y="0"/>
            <a:ext cx="10477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DE328-0DFC-1086-7A1B-0DA3C2C7814C}"/>
              </a:ext>
            </a:extLst>
          </p:cNvPr>
          <p:cNvSpPr/>
          <p:nvPr/>
        </p:nvSpPr>
        <p:spPr>
          <a:xfrm>
            <a:off x="0" y="1"/>
            <a:ext cx="79057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9BD8EA-B870-5948-9146-AB2B1A712312}"/>
              </a:ext>
            </a:extLst>
          </p:cNvPr>
          <p:cNvSpPr/>
          <p:nvPr/>
        </p:nvSpPr>
        <p:spPr>
          <a:xfrm>
            <a:off x="0" y="6296027"/>
            <a:ext cx="7905750" cy="561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C67F56-D32C-DD85-FDC8-7816880F14F0}"/>
              </a:ext>
            </a:extLst>
          </p:cNvPr>
          <p:cNvSpPr/>
          <p:nvPr/>
        </p:nvSpPr>
        <p:spPr>
          <a:xfrm>
            <a:off x="0" y="1"/>
            <a:ext cx="3205162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🏠 / Project List / [##A##]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83FCA2-6FF8-627A-9130-AC8A04861282}"/>
              </a:ext>
            </a:extLst>
          </p:cNvPr>
          <p:cNvSpPr txBox="1"/>
          <p:nvPr/>
        </p:nvSpPr>
        <p:spPr>
          <a:xfrm>
            <a:off x="8439150" y="628650"/>
            <a:ext cx="33147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Planning Page: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Main:</a:t>
            </a:r>
            <a:r>
              <a:rPr lang="en-US" dirty="0"/>
              <a:t> There are interactive tables that handle the planning for Labor, Travel,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Header:</a:t>
            </a:r>
            <a:r>
              <a:rPr lang="en-US" dirty="0"/>
              <a:t> has navigation and a high-level role up of the project. It also has a hamburger control that allows the user to turn the planning tables on and off</a:t>
            </a:r>
          </a:p>
          <a:p>
            <a:endParaRPr lang="en-US" dirty="0"/>
          </a:p>
          <a:p>
            <a:r>
              <a:rPr lang="en-US" b="1" dirty="0"/>
              <a:t>Footer:</a:t>
            </a:r>
            <a:r>
              <a:rPr lang="en-US" dirty="0"/>
              <a:t> has navigation, a submit button, and a settings button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3C4552-4C04-A6F1-A4B7-D8804ABF1D62}"/>
              </a:ext>
            </a:extLst>
          </p:cNvPr>
          <p:cNvSpPr/>
          <p:nvPr/>
        </p:nvSpPr>
        <p:spPr>
          <a:xfrm>
            <a:off x="95250" y="6391275"/>
            <a:ext cx="571500" cy="3714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29515-4D98-EECC-0A6F-111A4154F9DB}"/>
              </a:ext>
            </a:extLst>
          </p:cNvPr>
          <p:cNvSpPr/>
          <p:nvPr/>
        </p:nvSpPr>
        <p:spPr>
          <a:xfrm>
            <a:off x="290513" y="847726"/>
            <a:ext cx="7319962" cy="1866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preadsheet - Free edit tools icons">
            <a:extLst>
              <a:ext uri="{FF2B5EF4-FFF2-40B4-BE49-F238E27FC236}">
                <a16:creationId xmlns:a16="http://schemas.microsoft.com/office/drawing/2014/main" id="{CB977991-89DC-D8CD-51E2-9BB932E01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6" y="1616510"/>
            <a:ext cx="7319962" cy="84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9B4D2E0-528B-2AD4-E166-4CCBE2E55205}"/>
              </a:ext>
            </a:extLst>
          </p:cNvPr>
          <p:cNvSpPr/>
          <p:nvPr/>
        </p:nvSpPr>
        <p:spPr>
          <a:xfrm>
            <a:off x="290513" y="847725"/>
            <a:ext cx="7319962" cy="511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Labor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D6D782-6CB4-AC3C-908F-AC0A6FB97032}"/>
              </a:ext>
            </a:extLst>
          </p:cNvPr>
          <p:cNvSpPr/>
          <p:nvPr/>
        </p:nvSpPr>
        <p:spPr>
          <a:xfrm>
            <a:off x="290513" y="3006384"/>
            <a:ext cx="7319962" cy="1866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2" descr="Spreadsheet - Free edit tools icons">
            <a:extLst>
              <a:ext uri="{FF2B5EF4-FFF2-40B4-BE49-F238E27FC236}">
                <a16:creationId xmlns:a16="http://schemas.microsoft.com/office/drawing/2014/main" id="{3130DDB2-1034-C22F-5D1E-5518F777E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89" y="3613240"/>
            <a:ext cx="7319962" cy="112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DA478F-15C0-5C5D-8C2B-128754946013}"/>
              </a:ext>
            </a:extLst>
          </p:cNvPr>
          <p:cNvSpPr/>
          <p:nvPr/>
        </p:nvSpPr>
        <p:spPr>
          <a:xfrm>
            <a:off x="290513" y="3006384"/>
            <a:ext cx="7319962" cy="511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Travel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2A308A-F504-7A62-C711-2BDDEB1BFE37}"/>
              </a:ext>
            </a:extLst>
          </p:cNvPr>
          <p:cNvSpPr/>
          <p:nvPr/>
        </p:nvSpPr>
        <p:spPr>
          <a:xfrm>
            <a:off x="3495802" y="6393302"/>
            <a:ext cx="909384" cy="3714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Submit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E30C5F-57A1-730E-7F51-DB86A64B353C}"/>
              </a:ext>
            </a:extLst>
          </p:cNvPr>
          <p:cNvSpPr/>
          <p:nvPr/>
        </p:nvSpPr>
        <p:spPr>
          <a:xfrm>
            <a:off x="3312320" y="0"/>
            <a:ext cx="3205162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TOA / Planned / Left to Plan</a:t>
            </a:r>
          </a:p>
        </p:txBody>
      </p:sp>
      <p:pic>
        <p:nvPicPr>
          <p:cNvPr id="2050" name="Picture 2" descr="Default settings Icons, Logos, Symbols – Free Download PNG, SVG">
            <a:extLst>
              <a:ext uri="{FF2B5EF4-FFF2-40B4-BE49-F238E27FC236}">
                <a16:creationId xmlns:a16="http://schemas.microsoft.com/office/drawing/2014/main" id="{CFB5F599-4DEF-26DD-8E34-6D9A773D3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27" y="6391275"/>
            <a:ext cx="400049" cy="40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F840565-142E-F758-7EEB-2E6D74DD6484}"/>
              </a:ext>
            </a:extLst>
          </p:cNvPr>
          <p:cNvSpPr/>
          <p:nvPr/>
        </p:nvSpPr>
        <p:spPr>
          <a:xfrm>
            <a:off x="3842425" y="5223727"/>
            <a:ext cx="710119" cy="511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4C7B344-5A0F-EDEC-A42D-4262D851C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046" y="37869"/>
            <a:ext cx="511609" cy="51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DCE6C-7A3B-9B9D-610B-685B7EA3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0B8145-D683-1990-2884-937393C0B2B2}"/>
              </a:ext>
            </a:extLst>
          </p:cNvPr>
          <p:cNvSpPr/>
          <p:nvPr/>
        </p:nvSpPr>
        <p:spPr>
          <a:xfrm>
            <a:off x="7905750" y="0"/>
            <a:ext cx="10477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264E30-1B94-0333-5FF4-CF61975C79F5}"/>
              </a:ext>
            </a:extLst>
          </p:cNvPr>
          <p:cNvSpPr/>
          <p:nvPr/>
        </p:nvSpPr>
        <p:spPr>
          <a:xfrm>
            <a:off x="0" y="1"/>
            <a:ext cx="79057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67DDFA-0076-C023-439E-1C5BE4B83DFC}"/>
              </a:ext>
            </a:extLst>
          </p:cNvPr>
          <p:cNvSpPr/>
          <p:nvPr/>
        </p:nvSpPr>
        <p:spPr>
          <a:xfrm>
            <a:off x="0" y="6296027"/>
            <a:ext cx="7905750" cy="561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23407E-24BE-A46C-CB24-8030C549C092}"/>
              </a:ext>
            </a:extLst>
          </p:cNvPr>
          <p:cNvSpPr/>
          <p:nvPr/>
        </p:nvSpPr>
        <p:spPr>
          <a:xfrm>
            <a:off x="0" y="1"/>
            <a:ext cx="3842425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🏠 / Project List / [##A##] / Settings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385BD6-6C73-09D4-AA62-5E14862823A1}"/>
              </a:ext>
            </a:extLst>
          </p:cNvPr>
          <p:cNvSpPr txBox="1"/>
          <p:nvPr/>
        </p:nvSpPr>
        <p:spPr>
          <a:xfrm>
            <a:off x="8439150" y="628650"/>
            <a:ext cx="3314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Settings: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Main: </a:t>
            </a:r>
            <a:r>
              <a:rPr lang="en-US" dirty="0"/>
              <a:t>Contains a table a project features that the user can view or edit if possible</a:t>
            </a:r>
          </a:p>
          <a:p>
            <a:endParaRPr lang="en-US" dirty="0"/>
          </a:p>
          <a:p>
            <a:r>
              <a:rPr lang="en-US" b="1" dirty="0"/>
              <a:t>Header and Footer: </a:t>
            </a:r>
            <a:r>
              <a:rPr lang="en-US" dirty="0"/>
              <a:t>navigation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0C8B5C-CC6A-7682-9CC5-775671973EDB}"/>
              </a:ext>
            </a:extLst>
          </p:cNvPr>
          <p:cNvSpPr/>
          <p:nvPr/>
        </p:nvSpPr>
        <p:spPr>
          <a:xfrm>
            <a:off x="95250" y="6391275"/>
            <a:ext cx="571500" cy="3714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8813D9-5BA2-1135-F7DE-43901F1E4C33}"/>
              </a:ext>
            </a:extLst>
          </p:cNvPr>
          <p:cNvSpPr/>
          <p:nvPr/>
        </p:nvSpPr>
        <p:spPr>
          <a:xfrm>
            <a:off x="290513" y="847725"/>
            <a:ext cx="7319962" cy="5162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preadsheet - Free edit tools icons">
            <a:extLst>
              <a:ext uri="{FF2B5EF4-FFF2-40B4-BE49-F238E27FC236}">
                <a16:creationId xmlns:a16="http://schemas.microsoft.com/office/drawing/2014/main" id="{24C019FC-3DBA-750E-2C9F-63BAD4FFD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08" y="1564121"/>
            <a:ext cx="7319962" cy="424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FD8A09-3DE9-8A73-46B6-96080F7A950D}"/>
              </a:ext>
            </a:extLst>
          </p:cNvPr>
          <p:cNvSpPr/>
          <p:nvPr/>
        </p:nvSpPr>
        <p:spPr>
          <a:xfrm>
            <a:off x="290513" y="847725"/>
            <a:ext cx="7319962" cy="511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Project Details</a:t>
            </a:r>
          </a:p>
        </p:txBody>
      </p:sp>
    </p:spTree>
    <p:extLst>
      <p:ext uri="{BB962C8B-B14F-4D97-AF65-F5344CB8AC3E}">
        <p14:creationId xmlns:p14="http://schemas.microsoft.com/office/powerpoint/2010/main" val="4135820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3164D-A5D5-4B88-7748-3AFB4B96C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42813B-5821-DAC1-3A72-DA9EB1FB55E1}"/>
              </a:ext>
            </a:extLst>
          </p:cNvPr>
          <p:cNvSpPr/>
          <p:nvPr/>
        </p:nvSpPr>
        <p:spPr>
          <a:xfrm>
            <a:off x="7905750" y="0"/>
            <a:ext cx="10477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EAC6F5-4B52-43F1-2827-5C0A4CA635C0}"/>
              </a:ext>
            </a:extLst>
          </p:cNvPr>
          <p:cNvSpPr/>
          <p:nvPr/>
        </p:nvSpPr>
        <p:spPr>
          <a:xfrm>
            <a:off x="0" y="1"/>
            <a:ext cx="790575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3F63C3-8C8D-03F6-EF10-B13C6B03AB72}"/>
              </a:ext>
            </a:extLst>
          </p:cNvPr>
          <p:cNvSpPr/>
          <p:nvPr/>
        </p:nvSpPr>
        <p:spPr>
          <a:xfrm>
            <a:off x="0" y="6296027"/>
            <a:ext cx="7905750" cy="561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A3D4FC-BC43-E2CE-4434-8710E8A0E7AE}"/>
              </a:ext>
            </a:extLst>
          </p:cNvPr>
          <p:cNvSpPr/>
          <p:nvPr/>
        </p:nvSpPr>
        <p:spPr>
          <a:xfrm>
            <a:off x="1" y="1"/>
            <a:ext cx="2651760" cy="561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🏠 / Change Requests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1A478E-1F1E-8C68-D4D1-A28FB0A0C533}"/>
              </a:ext>
            </a:extLst>
          </p:cNvPr>
          <p:cNvSpPr txBox="1"/>
          <p:nvPr/>
        </p:nvSpPr>
        <p:spPr>
          <a:xfrm>
            <a:off x="8439150" y="628650"/>
            <a:ext cx="33147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Requests: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Main: </a:t>
            </a:r>
            <a:r>
              <a:rPr lang="en-US" dirty="0"/>
              <a:t>Accessible by BAs and shows them a list of change requests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Header and Footer:</a:t>
            </a:r>
            <a:r>
              <a:rPr lang="en-US" dirty="0"/>
              <a:t> Navigation buttons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878660-5787-E94B-E96C-0D2217165631}"/>
              </a:ext>
            </a:extLst>
          </p:cNvPr>
          <p:cNvSpPr/>
          <p:nvPr/>
        </p:nvSpPr>
        <p:spPr>
          <a:xfrm>
            <a:off x="95250" y="6391275"/>
            <a:ext cx="571500" cy="3714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F0C60F-201C-3F59-F631-839ECC537364}"/>
              </a:ext>
            </a:extLst>
          </p:cNvPr>
          <p:cNvSpPr/>
          <p:nvPr/>
        </p:nvSpPr>
        <p:spPr>
          <a:xfrm>
            <a:off x="290513" y="847725"/>
            <a:ext cx="7319962" cy="5162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preadsheet - Free edit tools icons">
            <a:extLst>
              <a:ext uri="{FF2B5EF4-FFF2-40B4-BE49-F238E27FC236}">
                <a16:creationId xmlns:a16="http://schemas.microsoft.com/office/drawing/2014/main" id="{FCC27789-FC9E-69CA-5948-CD1DAD2B5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08" y="1564121"/>
            <a:ext cx="7319962" cy="424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83E9BB-E310-977B-FEDC-A8794A295E25}"/>
              </a:ext>
            </a:extLst>
          </p:cNvPr>
          <p:cNvSpPr/>
          <p:nvPr/>
        </p:nvSpPr>
        <p:spPr>
          <a:xfrm>
            <a:off x="290513" y="847725"/>
            <a:ext cx="7319962" cy="511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Change Requests</a:t>
            </a:r>
          </a:p>
        </p:txBody>
      </p:sp>
    </p:spTree>
    <p:extLst>
      <p:ext uri="{BB962C8B-B14F-4D97-AF65-F5344CB8AC3E}">
        <p14:creationId xmlns:p14="http://schemas.microsoft.com/office/powerpoint/2010/main" val="934001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1C12FD60CDC241A709D556608D9101" ma:contentTypeVersion="14" ma:contentTypeDescription="Create a new document." ma:contentTypeScope="" ma:versionID="a9bd8b84c8d23dbe64a8adf3f9dd1327">
  <xsd:schema xmlns:xsd="http://www.w3.org/2001/XMLSchema" xmlns:xs="http://www.w3.org/2001/XMLSchema" xmlns:p="http://schemas.microsoft.com/office/2006/metadata/properties" xmlns:ns3="2c4bf2f1-7711-4e09-9b37-b456f964b826" xmlns:ns4="29eadd52-c358-485b-b0a6-756b664b3141" targetNamespace="http://schemas.microsoft.com/office/2006/metadata/properties" ma:root="true" ma:fieldsID="6e4b4683f3a84137d346c315af4e1288" ns3:_="" ns4:_="">
    <xsd:import namespace="2c4bf2f1-7711-4e09-9b37-b456f964b826"/>
    <xsd:import namespace="29eadd52-c358-485b-b0a6-756b664b314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bf2f1-7711-4e09-9b37-b456f964b82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eadd52-c358-485b-b0a6-756b664b314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4bf2f1-7711-4e09-9b37-b456f964b826" xsi:nil="true"/>
  </documentManagement>
</p:properties>
</file>

<file path=customXml/itemProps1.xml><?xml version="1.0" encoding="utf-8"?>
<ds:datastoreItem xmlns:ds="http://schemas.openxmlformats.org/officeDocument/2006/customXml" ds:itemID="{291A26D8-7E3A-4618-82EA-3A81258EE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bf2f1-7711-4e09-9b37-b456f964b826"/>
    <ds:schemaRef ds:uri="29eadd52-c358-485b-b0a6-756b664b31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D599D6-0487-4578-B481-EB3F540C83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3AD086-1DDA-4CEA-A1C9-816B4E3C6D8E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9eadd52-c358-485b-b0a6-756b664b3141"/>
    <ds:schemaRef ds:uri="2c4bf2f1-7711-4e09-9b37-b456f964b826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592</Words>
  <Application>Microsoft Office PowerPoint</Application>
  <PresentationFormat>Widescreen</PresentationFormat>
  <Paragraphs>93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Nugent, Joseph P CIV USARMY CEERD-CERL (USA)</dc:creator>
  <cp:lastModifiedBy>Nugent, Joseph P CIV USARMY CEERD-CERL (USA)</cp:lastModifiedBy>
  <cp:revision>2</cp:revision>
  <dcterms:created xsi:type="dcterms:W3CDTF">2026-04-14T13:35:46Z</dcterms:created>
  <dcterms:modified xsi:type="dcterms:W3CDTF">2026-04-14T15:27:06Z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0x010100A01C12FD60CDC241A709D556608D9101</vt:lpwstr>
  </property>
</Properties>
</file>